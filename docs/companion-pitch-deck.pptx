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1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2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3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4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5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6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7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8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9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Image" Type="http://schemas.openxmlformats.org/officeDocument/2006/relationships/image" Target="../media/companion-slide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2026-06-06T12:20:12Z</dcterms:created>
  <dcterms:modified xsi:type="dcterms:W3CDTF">2026-06-06T12:20:12Z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